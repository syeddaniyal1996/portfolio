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FF2"/>
    <a:srgbClr val="D9E8FF"/>
    <a:srgbClr val="CCFFFF"/>
    <a:srgbClr val="CAF0F8"/>
    <a:srgbClr val="F6F6F6"/>
    <a:srgbClr val="F5F6FA"/>
    <a:srgbClr val="03045E"/>
    <a:srgbClr val="90E0EF"/>
    <a:srgbClr val="7B6ADF"/>
    <a:srgbClr val="CCB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8C8C1-7D19-44A7-3596-785CE49E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604EE-2301-0E3E-C648-63EEBAE27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30B4B-3241-F836-7296-DE9B7839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69E79-D5E0-35E3-6244-718D1B2A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3289E-5292-A1C9-34CC-97D28424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109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5960-4868-B423-27D7-A2FD8D04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4396-4FB0-EBE7-9493-2BB0275A9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99C20-6B3F-1ADB-7DEC-18BD9A7A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9886B-466A-BA04-30F0-021FF3BD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C5D8B-13A5-FB69-6C3C-3282CDE6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653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D145-1CAA-04D2-D8E8-8F78547D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86AE5-016B-1405-EF55-50366801F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C462-64A6-21D9-0216-A19C7CA6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57A15-397F-A16C-EE3E-8385FD41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2DD08-5B4D-0D8D-3CB8-1ECE1458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86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86A4F-DC39-8EFF-F880-FCE44575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4147D-2958-A4FB-0100-4C9FFD23F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32C61-F8A6-38FA-DF89-D3A0817E3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6F86-A0DE-E648-5741-434B2B380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EE888-FE19-0059-2069-58CA6B9C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3223-E396-2402-8286-AAB41F2C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39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0B7B-9008-9D3F-CA24-44F3DAC7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7FCD5-55DE-895D-7874-01DC30A31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FEF41-14A2-1BF2-2AFA-FC8EF5E13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4EAC3-79F8-F8B6-1A07-237C44F51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90247-1BB2-59E0-0FE3-C8F6EE8F4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1DB05-15A0-313E-BED4-CF665439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DF937-D50F-CBBE-CFC9-DC88DF2B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81407D-9628-F59F-95B9-BC5DDB5B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346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8AC26-EA90-51BF-E0EB-E3848F63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4AAD9-1207-B875-6282-1194A2EA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FB85A-A146-D6A6-7316-FAB80439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65E47-0BF4-2C7F-F977-759BBC1A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267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1B876-CFEA-3BA0-DBFB-07D425DC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024B6-FC2E-44CA-2572-55BA5E9E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4039-4FED-F568-5F72-3F0A3940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14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905-4E10-10DC-F5C5-6CB0E346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AAA2-C180-AF58-9834-5085F667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C633A-A525-640E-968E-920B4326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5B524-C825-3637-FFE7-38BB86C3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6711C-04B2-AFEA-4592-AFC5B7181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13563-06EF-5C97-708A-261C1ED9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612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03A8-9AC7-EC12-5DB0-1AB9D210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07A18-3109-C8C2-A681-22C7D812D4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3CC7E-CC34-D4C7-8405-A8132A359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3873D-A1C8-3EC0-AE8A-5658D43F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D5998-0D82-49E9-867B-B94AB417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9D0F5-A574-5CA3-B901-28E6C0A9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109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AAB9-AEDD-D79C-818B-B5419843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62371-9270-6A59-88C6-2F786135D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A9616-7D7A-1FFD-47A6-062ECEBE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7A030-B782-B3EF-337E-5F6F5839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74459-A279-A2F2-C5E9-D731BBFB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450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C4D74-BB40-308F-6781-C20C22E66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09437-A054-5078-8661-93A0D86EF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6CDCB-E351-8046-ED90-C5D7B754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4A74-3DDA-4F6D-AF40-DCDBBD4E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C9FBE-77CA-741A-AF0A-67271BEE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9617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F9227-D98E-399F-313C-BDE61B50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17D66-271E-116D-5A05-21734E844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21AE7-3287-9ABD-F99B-26DC0B188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5CA6A-82DF-4BB5-8AA5-63313EE016E0}" type="datetimeFigureOut">
              <a:rPr lang="en-PK" smtClean="0"/>
              <a:t>07-Dec-2025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1E0F8-53C8-7DAA-5843-2969D9ABF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036C0-1C4D-744F-E2B5-25DAA5EE8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17BD3-DFA7-4EB3-9C5E-D74744A8CF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709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F9EA6C-D16D-EFDC-A7E4-4893F586D81F}"/>
              </a:ext>
            </a:extLst>
          </p:cNvPr>
          <p:cNvSpPr/>
          <p:nvPr/>
        </p:nvSpPr>
        <p:spPr>
          <a:xfrm>
            <a:off x="116732" y="846306"/>
            <a:ext cx="2918298" cy="108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44609D-A1E9-3AC1-557F-541A3FD7AF5E}"/>
              </a:ext>
            </a:extLst>
          </p:cNvPr>
          <p:cNvSpPr/>
          <p:nvPr/>
        </p:nvSpPr>
        <p:spPr>
          <a:xfrm>
            <a:off x="3130145" y="846306"/>
            <a:ext cx="2918298" cy="108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2797B-A54B-A6D5-9709-329BA27F631D}"/>
              </a:ext>
            </a:extLst>
          </p:cNvPr>
          <p:cNvSpPr/>
          <p:nvPr/>
        </p:nvSpPr>
        <p:spPr>
          <a:xfrm>
            <a:off x="6143558" y="846306"/>
            <a:ext cx="2918298" cy="108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C8EF44-D8FA-B438-3A07-6B107FDB81C9}"/>
              </a:ext>
            </a:extLst>
          </p:cNvPr>
          <p:cNvSpPr/>
          <p:nvPr/>
        </p:nvSpPr>
        <p:spPr>
          <a:xfrm>
            <a:off x="9156970" y="846306"/>
            <a:ext cx="2918298" cy="108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730CEE-0102-A08E-3C48-7CE9E0488F99}"/>
              </a:ext>
            </a:extLst>
          </p:cNvPr>
          <p:cNvSpPr/>
          <p:nvPr/>
        </p:nvSpPr>
        <p:spPr>
          <a:xfrm>
            <a:off x="116732" y="2008762"/>
            <a:ext cx="4203341" cy="234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60C0B2-F843-0F2E-F342-8E0328ACBC92}"/>
              </a:ext>
            </a:extLst>
          </p:cNvPr>
          <p:cNvSpPr/>
          <p:nvPr/>
        </p:nvSpPr>
        <p:spPr>
          <a:xfrm>
            <a:off x="8294916" y="2008762"/>
            <a:ext cx="3780352" cy="234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381EE-95DF-2EA6-6CE1-418CBA982CE1}"/>
              </a:ext>
            </a:extLst>
          </p:cNvPr>
          <p:cNvSpPr/>
          <p:nvPr/>
        </p:nvSpPr>
        <p:spPr>
          <a:xfrm>
            <a:off x="4413382" y="2008762"/>
            <a:ext cx="3788225" cy="234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7E73ED-E87F-C240-18D6-274861174646}"/>
              </a:ext>
            </a:extLst>
          </p:cNvPr>
          <p:cNvSpPr/>
          <p:nvPr/>
        </p:nvSpPr>
        <p:spPr>
          <a:xfrm>
            <a:off x="116731" y="4426082"/>
            <a:ext cx="7733490" cy="234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B2548F-F3C8-5AF3-3F82-801258875CC9}"/>
              </a:ext>
            </a:extLst>
          </p:cNvPr>
          <p:cNvSpPr/>
          <p:nvPr/>
        </p:nvSpPr>
        <p:spPr>
          <a:xfrm>
            <a:off x="7957226" y="4421220"/>
            <a:ext cx="4118042" cy="234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237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F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1FF81-84CA-8AAD-2EFF-8C04BFB3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7B68CE-70C1-4CC7-2C9D-50D0731AD3DC}"/>
              </a:ext>
            </a:extLst>
          </p:cNvPr>
          <p:cNvSpPr/>
          <p:nvPr/>
        </p:nvSpPr>
        <p:spPr>
          <a:xfrm>
            <a:off x="116732" y="846306"/>
            <a:ext cx="6284068" cy="2839286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7BBEF-4131-F2B4-1C3F-C23B30239A09}"/>
              </a:ext>
            </a:extLst>
          </p:cNvPr>
          <p:cNvSpPr/>
          <p:nvPr/>
        </p:nvSpPr>
        <p:spPr>
          <a:xfrm>
            <a:off x="6475443" y="846307"/>
            <a:ext cx="5599825" cy="2839285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8E4003-4EF7-7669-AA4B-57C0B155E332}"/>
              </a:ext>
            </a:extLst>
          </p:cNvPr>
          <p:cNvSpPr/>
          <p:nvPr/>
        </p:nvSpPr>
        <p:spPr>
          <a:xfrm>
            <a:off x="116731" y="3788229"/>
            <a:ext cx="5005775" cy="2977853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9891DC-652E-74A0-1486-C98900E9D123}"/>
              </a:ext>
            </a:extLst>
          </p:cNvPr>
          <p:cNvSpPr/>
          <p:nvPr/>
        </p:nvSpPr>
        <p:spPr>
          <a:xfrm>
            <a:off x="5204695" y="3783367"/>
            <a:ext cx="3398129" cy="2977853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56FA00-4EF3-7B62-F6A3-B65D9216E466}"/>
              </a:ext>
            </a:extLst>
          </p:cNvPr>
          <p:cNvSpPr/>
          <p:nvPr/>
        </p:nvSpPr>
        <p:spPr>
          <a:xfrm>
            <a:off x="8677139" y="3783367"/>
            <a:ext cx="3398129" cy="2977853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585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F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89E31-0C90-6615-23E6-66EDEF50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F0CE41-3448-F460-10B8-B9AB0F80F16C}"/>
              </a:ext>
            </a:extLst>
          </p:cNvPr>
          <p:cNvSpPr/>
          <p:nvPr/>
        </p:nvSpPr>
        <p:spPr>
          <a:xfrm>
            <a:off x="116732" y="846306"/>
            <a:ext cx="4277986" cy="2839286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113FE7-BBEC-39B0-5616-F61A328AF45D}"/>
              </a:ext>
            </a:extLst>
          </p:cNvPr>
          <p:cNvSpPr/>
          <p:nvPr/>
        </p:nvSpPr>
        <p:spPr>
          <a:xfrm>
            <a:off x="7865705" y="846307"/>
            <a:ext cx="4209563" cy="2839285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4B8667-2E47-2095-D655-CE8CB8CA97CC}"/>
              </a:ext>
            </a:extLst>
          </p:cNvPr>
          <p:cNvSpPr/>
          <p:nvPr/>
        </p:nvSpPr>
        <p:spPr>
          <a:xfrm>
            <a:off x="116731" y="3788229"/>
            <a:ext cx="4100706" cy="2977853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37269-784A-C953-A61A-47726EFFAA09}"/>
              </a:ext>
            </a:extLst>
          </p:cNvPr>
          <p:cNvSpPr/>
          <p:nvPr/>
        </p:nvSpPr>
        <p:spPr>
          <a:xfrm>
            <a:off x="7819050" y="3783367"/>
            <a:ext cx="4256218" cy="2977853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AF6D9-D9C1-1580-8CCF-F9258C2811AA}"/>
              </a:ext>
            </a:extLst>
          </p:cNvPr>
          <p:cNvSpPr/>
          <p:nvPr/>
        </p:nvSpPr>
        <p:spPr>
          <a:xfrm>
            <a:off x="4472475" y="846306"/>
            <a:ext cx="3306148" cy="2839285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9DD48-D355-7F7C-B25B-2C2C27C277C3}"/>
              </a:ext>
            </a:extLst>
          </p:cNvPr>
          <p:cNvSpPr/>
          <p:nvPr/>
        </p:nvSpPr>
        <p:spPr>
          <a:xfrm>
            <a:off x="4288972" y="3783367"/>
            <a:ext cx="3452327" cy="2977853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72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Daniyal Ahmed</dc:creator>
  <cp:lastModifiedBy>Syed Daniyal Ahmed</cp:lastModifiedBy>
  <cp:revision>18</cp:revision>
  <dcterms:created xsi:type="dcterms:W3CDTF">2025-12-04T06:32:30Z</dcterms:created>
  <dcterms:modified xsi:type="dcterms:W3CDTF">2025-12-07T13:28:00Z</dcterms:modified>
</cp:coreProperties>
</file>